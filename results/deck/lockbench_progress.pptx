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/>
              <a:t>Lockbench progress</a:t>
            </a:r>
          </a:p>
          <a:p>
            <a:r>
              <a:rPr sz="2000">
                <a:solidFill>
                  <a:srgbClr val="555555"/>
                </a:solidFill>
              </a:rPr>
              <a:t>Trying different locks on libcds StripedMap, libcds AVL, and Wormhole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StripedMap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/>
              <a:t>Vendored libcds (just the headers I need) into third_party/libcds/.</a:t>
            </a:r>
          </a:p>
          <a:p>
            <a:r>
              <a:rPr sz="2000"/>
              <a:t>The lock is a template parameter in libcds, so I just pass in my own lock types.</a:t>
            </a:r>
          </a:p>
          <a:p>
            <a:r>
              <a:rPr sz="2000"/>
              <a:t>Adapter: include/indexes/striped_map_index.hpp.</a:t>
            </a:r>
          </a:p>
          <a:p>
            <a:r>
              <a:rPr sz="2000"/>
              <a:t>Bench: bench/cds_bench.cpp, with --lock std|tas|ttas|cas|ticket.</a:t>
            </a:r>
          </a:p>
          <a:p>
            <a:r>
              <a:rPr sz="2000"/>
              <a:t>Wrote a correctness test (bench/cds_test.cpp) that compares against std::map.</a:t>
            </a:r>
          </a:p>
          <a:p>
            <a:r>
              <a:rPr sz="2000"/>
              <a:t>All 5 locks passed the correctness test.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StripedMap throughput</a:t>
            </a:r>
          </a:p>
        </p:txBody>
      </p:sp>
      <p:pic>
        <p:nvPicPr>
          <p:cNvPr id="3" name="Picture 2" descr="cds_lo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" y="1188720"/>
            <a:ext cx="10972799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555555"/>
                </a:solidFill>
              </a:rPr>
              <a:t>Higher is better. std::mutex is the dashed grey 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StripedMap at 8 threads</a:t>
            </a:r>
          </a:p>
        </p:txBody>
      </p:sp>
      <p:pic>
        <p:nvPicPr>
          <p:cNvPr id="3" name="Picture 2" descr="cds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10972800" cy="488196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StripedMap — what I noticed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dirty="0"/>
              <a:t>TAS and TTAS are the fastest, especially on read-heavy.</a:t>
            </a:r>
          </a:p>
          <a:p>
            <a:r>
              <a:rPr sz="2000" dirty="0"/>
              <a:t>std::mutex is slower than the spinlocks here (Apple Silicon parks the thread).</a:t>
            </a:r>
          </a:p>
          <a:p>
            <a:r>
              <a:rPr sz="2000" dirty="0"/>
              <a:t>Ticket lock isn't great on uniform workloads.</a:t>
            </a:r>
          </a:p>
          <a:p>
            <a:r>
              <a:rPr sz="2000" dirty="0"/>
              <a:t>On the write-heavy workload everything looks similar — contention dominates.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Bronson AVL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dirty="0"/>
              <a:t>Same idea but with </a:t>
            </a:r>
            <a:r>
              <a:rPr sz="2000" dirty="0" err="1"/>
              <a:t>libcds's</a:t>
            </a:r>
            <a:r>
              <a:rPr sz="2000" dirty="0"/>
              <a:t> </a:t>
            </a:r>
            <a:r>
              <a:rPr sz="2000" dirty="0" err="1"/>
              <a:t>BronsonAVLTreeMap</a:t>
            </a:r>
            <a:r>
              <a:rPr sz="2000" dirty="0"/>
              <a:t> (a tree).</a:t>
            </a:r>
          </a:p>
          <a:p>
            <a:r>
              <a:rPr sz="2000" dirty="0"/>
              <a:t>Tree uses one lock per node, plumbed via </a:t>
            </a:r>
            <a:r>
              <a:rPr sz="2000" dirty="0" err="1"/>
              <a:t>cds</a:t>
            </a:r>
            <a:r>
              <a:rPr sz="2000" dirty="0"/>
              <a:t>::sync::</a:t>
            </a:r>
            <a:r>
              <a:rPr sz="2000" dirty="0" err="1"/>
              <a:t>injecting_monitor</a:t>
            </a:r>
            <a:r>
              <a:rPr sz="2000" dirty="0"/>
              <a:t>&lt;Lock&gt;.</a:t>
            </a:r>
          </a:p>
          <a:p>
            <a:r>
              <a:rPr sz="2000" dirty="0"/>
              <a:t>Needed to add a small static lib (</a:t>
            </a:r>
            <a:r>
              <a:rPr sz="2000" dirty="0" err="1"/>
              <a:t>cds</a:t>
            </a:r>
            <a:r>
              <a:rPr sz="2000" dirty="0"/>
              <a:t>-rt) for </a:t>
            </a:r>
            <a:r>
              <a:rPr sz="2000" dirty="0" err="1"/>
              <a:t>libcds's</a:t>
            </a:r>
            <a:r>
              <a:rPr sz="2000" dirty="0"/>
              <a:t> RCU runtime.</a:t>
            </a:r>
          </a:p>
          <a:p>
            <a:r>
              <a:rPr sz="2000" dirty="0"/>
              <a:t>Adapter: include/indexes/</a:t>
            </a:r>
            <a:r>
              <a:rPr sz="2000" dirty="0" err="1"/>
              <a:t>avl_tree_index.hpp</a:t>
            </a:r>
            <a:r>
              <a:rPr sz="2000" dirty="0"/>
              <a:t>. Bench: bench/</a:t>
            </a:r>
            <a:r>
              <a:rPr sz="2000" dirty="0" err="1"/>
              <a:t>cds_avl_bench.cpp</a:t>
            </a:r>
            <a:r>
              <a:rPr sz="2000" dirty="0"/>
              <a:t>.</a:t>
            </a:r>
          </a:p>
          <a:p>
            <a:r>
              <a:rPr sz="2000" dirty="0"/>
              <a:t>Correctness test passed for all 5 locks.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Bronson AVL throughput</a:t>
            </a:r>
          </a:p>
        </p:txBody>
      </p:sp>
      <p:pic>
        <p:nvPicPr>
          <p:cNvPr id="3" name="Picture 2" descr="avl_lo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" y="1188720"/>
            <a:ext cx="10972799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555555"/>
                </a:solidFill>
              </a:rPr>
              <a:t>Slower than StripedMap overall because tree ops are O(log N).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Bronson AVL at 8 threads</a:t>
            </a:r>
          </a:p>
        </p:txBody>
      </p:sp>
      <p:pic>
        <p:nvPicPr>
          <p:cNvPr id="3" name="Picture 2" descr="avl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10972800" cy="488196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Bronson AVL — what I noticed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/>
              <a:t>Ticket lock does really badly here.</a:t>
            </a:r>
          </a:p>
          <a:p>
            <a:r>
              <a:rPr sz="2000"/>
              <a:t>I think it's because Bronson's readers do a version-check thing and the ticket lock's FIFO ordering doesn't play well with that.</a:t>
            </a:r>
          </a:p>
          <a:p>
            <a:r>
              <a:rPr sz="2000"/>
              <a:t>TAS / TTAS / CAS are all close to each other.</a:t>
            </a:r>
          </a:p>
          <a:p>
            <a:r>
              <a:rPr sz="2000"/>
              <a:t>std::mutex is somewhere in the middle.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76240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/>
              <a:t>Wormhole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dirty="0"/>
              <a:t>Concurrent ordered index from Wu et al. (FAST '19).</a:t>
            </a:r>
          </a:p>
          <a:p>
            <a:r>
              <a:rPr sz="2000" dirty="0"/>
              <a:t>It's a mix of a </a:t>
            </a:r>
            <a:r>
              <a:rPr sz="2000" dirty="0" err="1"/>
              <a:t>trie</a:t>
            </a:r>
            <a:r>
              <a:rPr sz="2000" dirty="0"/>
              <a:t> + hash + linked list.</a:t>
            </a:r>
          </a:p>
          <a:p>
            <a:r>
              <a:rPr sz="2000" dirty="0"/>
              <a:t>Three lock sites in the code: </a:t>
            </a:r>
            <a:r>
              <a:rPr sz="2000" dirty="0" err="1"/>
              <a:t>leaflock</a:t>
            </a:r>
            <a:r>
              <a:rPr sz="2000" dirty="0"/>
              <a:t> (</a:t>
            </a:r>
            <a:r>
              <a:rPr sz="2000" dirty="0" err="1"/>
              <a:t>rwlock</a:t>
            </a:r>
            <a:r>
              <a:rPr sz="2000" dirty="0"/>
              <a:t>), </a:t>
            </a:r>
            <a:r>
              <a:rPr sz="2000" dirty="0" err="1"/>
              <a:t>metalock</a:t>
            </a:r>
            <a:r>
              <a:rPr sz="2000" dirty="0"/>
              <a:t> (</a:t>
            </a:r>
            <a:r>
              <a:rPr sz="2000" dirty="0" err="1"/>
              <a:t>rwlock</a:t>
            </a:r>
            <a:r>
              <a:rPr sz="2000" dirty="0"/>
              <a:t>), </a:t>
            </a:r>
            <a:r>
              <a:rPr sz="2000" dirty="0" err="1"/>
              <a:t>sortlock</a:t>
            </a:r>
            <a:r>
              <a:rPr sz="2000" dirty="0"/>
              <a:t> (small spinlock).</a:t>
            </a:r>
          </a:p>
          <a:p>
            <a:r>
              <a:rPr sz="2000" dirty="0"/>
              <a:t>Readers do a try-lock-with-spin then fall back to a version check if the lock isn't free.</a:t>
            </a:r>
          </a:p>
          <a:p>
            <a:r>
              <a:rPr sz="2000" dirty="0"/>
              <a:t>Also uses RCU (called QSBR) for reclaiming freed leaves </a:t>
            </a:r>
            <a:r>
              <a:rPr lang="en-US" sz="2000" dirty="0"/>
              <a:t>(</a:t>
            </a:r>
            <a:r>
              <a:rPr sz="2000" dirty="0"/>
              <a:t>that's separate from the locks</a:t>
            </a:r>
            <a:r>
              <a:rPr lang="en-US" sz="2000" dirty="0"/>
              <a:t>)</a:t>
            </a:r>
            <a:endParaRPr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267611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/>
              <a:t>Wormhole </a:t>
            </a:r>
            <a:r>
              <a:rPr lang="en-US" sz="2800" b="1" dirty="0"/>
              <a:t>: </a:t>
            </a:r>
            <a:r>
              <a:rPr sz="2800" b="1" dirty="0"/>
              <a:t>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/>
              <a:t>Vendored wormhole into third_party/wormhole/.</a:t>
            </a:r>
          </a:p>
          <a:p>
            <a:r>
              <a:rPr sz="2000"/>
              <a:t>Wrote a small shim that replaces wormhole's lock structs with one that wraps any of my lock types.</a:t>
            </a:r>
          </a:p>
          <a:p>
            <a:r>
              <a:rPr sz="2000"/>
              <a:t>Building one binary per lock (wh_bench_default, wh_bench_rw, wh_bench_tas, ...).</a:t>
            </a:r>
          </a:p>
          <a:p>
            <a:r>
              <a:rPr sz="2000"/>
              <a:t>7 variants total: default (wormhole's own lock) + rw, tas, ttas, cas, ticket, occ.</a:t>
            </a:r>
          </a:p>
          <a:p>
            <a:r>
              <a:rPr sz="2000"/>
              <a:t>Sweep script will run all 7 the same way as the StripedMap and AVL sweeps.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541718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/>
              <a:t>Wormhole </a:t>
            </a:r>
            <a:r>
              <a:rPr lang="en-US" sz="2800" b="1" dirty="0"/>
              <a:t>: </a:t>
            </a:r>
            <a:r>
              <a:rPr sz="2800" b="1" dirty="0"/>
              <a:t>things to watch out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dirty="0"/>
              <a:t>Ticket lock can't really do try-lock without messing up the queue, so I'm using an approximation.</a:t>
            </a:r>
          </a:p>
          <a:p>
            <a:r>
              <a:rPr sz="2000" dirty="0"/>
              <a:t>OCC </a:t>
            </a:r>
            <a:r>
              <a:rPr lang="en-US" sz="2000" dirty="0"/>
              <a:t>currently </a:t>
            </a:r>
            <a:r>
              <a:rPr sz="2000" dirty="0"/>
              <a:t> runs as a write-only lock here (its optimistic-read protocol doesn't fit wormhole's API).</a:t>
            </a:r>
          </a:p>
          <a:p>
            <a:r>
              <a:rPr sz="2000" dirty="0"/>
              <a:t>Not touching wormhole's RCU code </a:t>
            </a:r>
            <a:r>
              <a:rPr lang="en-US" sz="2000" dirty="0"/>
              <a:t>=&gt; </a:t>
            </a:r>
            <a:r>
              <a:rPr sz="2000" dirty="0"/>
              <a:t>that's separate from the locks.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573</Words>
  <Application>Microsoft Macintosh PowerPoint</Application>
  <PresentationFormat>Custom</PresentationFormat>
  <Paragraphs>47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Andrei Pana</cp:lastModifiedBy>
  <cp:revision>2</cp:revision>
  <dcterms:created xsi:type="dcterms:W3CDTF">2013-01-27T09:14:16Z</dcterms:created>
  <dcterms:modified xsi:type="dcterms:W3CDTF">2026-04-28T14:52:26Z</dcterms:modified>
  <cp:category/>
</cp:coreProperties>
</file>