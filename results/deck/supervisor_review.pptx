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A5F"/>
                </a:solidFill>
              </a:rPr>
              <a:t>Cross architecture lock primitive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</a:rPr>
              <a:t>Three concurrent indexes, five to seven lock variants, two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</a:rPr>
              <a:t>Andrei Pana</a:t>
            </a:r>
          </a:p>
          <a:p>
            <a:pPr algn="ctr"/>
            <a:r>
              <a:rPr sz="1400" b="0">
                <a:solidFill>
                  <a:srgbClr val="101010"/>
                </a:solidFill>
              </a:rPr>
              <a:t>Research project progress review</a:t>
            </a:r>
          </a:p>
          <a:p>
            <a:pPr algn="ctr"/>
            <a:r>
              <a:rPr sz="1400" b="0">
                <a:solidFill>
                  <a:srgbClr val="101010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What this project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01010"/>
                </a:solidFill>
              </a:rPr>
              <a:t>The goal is to see how different lock primitives perform inside concurrent indexes,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and whether the answer changes when you move from x86 (Intel Xeon) to ARM (AWS Graviton).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The three indexes used are: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   1. libcds StripedMap. Hash table with N stripes and one lock per stripe.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   2. libcds BronsonAVL. Lock based AVL tree with one monitor lock per node.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   3. Wormhole (Wu et al., FAST 2019). Hybrid trie plus hash plus linked list.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For Wormhole, we wrote a small shim that lets us swap the rwlock for any of our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primitives at compile time, without touching upstream wormhole call sites.</a:t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101010"/>
                </a:solidFill>
              </a:rPr>
              <a:t>The headline question: does the same lock win across architectures, or does it shift?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Two machines, four workloads, common thread ladder up to 8 (Graviton) and 16 (Xeon)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Cores 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Notes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/>
                        <a:t>AWS 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ARM Neoverse 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Hypervisor pinned vCPU clocks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/>
                        <a:t>Intel Xeon (diascld45)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x86_64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16 (out of 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Capped at 16 to avoid second socket NUMA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92608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/>
                        <a:t>Workload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Reads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Inserts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Deletes 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hot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zipfian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zipfian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Lock variants per index: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StripedMap, BronsonAVL: std, tas, ttas, cas, ticket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Wormhole: default (upstream), rw, tas, ttas, cas, occ, occ-opt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Each run is 3 seconds of measurement after 1 second of warmup. The Graviton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and Xeon panels in every plot below come from the same workload and the same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thread 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Wormhole,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Side by side, same lock colours across both panels</a:t>
            </a:r>
          </a:p>
        </p:txBody>
      </p:sp>
      <p:pic>
        <p:nvPicPr>
          <p:cNvPr id="4" name="Picture 3" descr="wh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On Graviton at 8T, occ-opt finishes on top (32.3 M ops/s). tas and occ are right behind it.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 at 16T, ttas wins narrowly (39.0 M) with occ-opt almost tied at 38.7 M.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wh-default (upstream wormhole rwlock) is in the middle of the pack on both machines.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Wormhole, read heavy workload (uniform 90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Where an optimistic reader is expected to win</a:t>
            </a:r>
          </a:p>
        </p:txBody>
      </p:sp>
      <p:pic>
        <p:nvPicPr>
          <p:cNvPr id="4" name="Picture 3" descr="wh_read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occ-opt validates against a per leaf seqlock, so readers never take the leaflock at all.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 the optimistic reader opens a clear gap (43.9 M, vs 40.6 M for ttas at 16T).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Graviton it is much tighter: tas 33.9 M, occ-opt 33.3 M, ttas 32.7 M, all within 4 percent.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This is the workload where the design choice has the most leverage, especially on x86.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Wormhole, write heavy workload (zipfian 20 percent reads, 40 inserts, 40 deletes)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Hot key contention, where readers cannot escape conflict</a:t>
            </a:r>
          </a:p>
        </p:txBody>
      </p:sp>
      <p:pic>
        <p:nvPicPr>
          <p:cNvPr id="4" name="Picture 3" descr="wh_write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On Graviton, tas, ttas and cas pull ahead at 8T (around 30 M).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Xeon, occ-opt is still on top at 16T (22.5 M) with rw and tas right next to it.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Even on the workload least favourable to the optimistic path, it does not collapse.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That is a good sign for occ-opt being a sensible default for Wormhole.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libcds StripedMap,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Per stripe lock contention, no traversal</a:t>
            </a:r>
          </a:p>
        </p:txBody>
      </p:sp>
      <p:pic>
        <p:nvPicPr>
          <p:cNvPr id="4" name="Picture 3" descr="cds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On Graviton, ttas wins at 8T (32.8 M) with cas right behind (32.4 M).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Xeon, tas takes the lead at 16T (18.4 M) with ttas second (16.1 M).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Xeon throughput is lower because we capped at 16T (out of 48) to stay on a single socket.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libcds StripedMap, hot key workload (zipfian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 few stripes carry most of the traffic</a:t>
            </a:r>
          </a:p>
        </p:txBody>
      </p:sp>
      <p:pic>
        <p:nvPicPr>
          <p:cNvPr id="4" name="Picture 3" descr="cds_zipf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On Graviton at 8T, tas leads (32.0 M), with std::mutex and cas tied just behind.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 at 16T, cas wins (13.6 M) with ticket and tas close together.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drop from balanced to hot key on Xeon is large, which matches expectations.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libcds BronsonAVL,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Per node monitor lock, much smaller contention surface than StripedMap</a:t>
            </a:r>
          </a:p>
        </p:txBody>
      </p:sp>
      <p:pic>
        <p:nvPicPr>
          <p:cNvPr id="4" name="Picture 3" descr="avl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On Graviton at 8T, cas and ttas tie at 9.8 M, with tas just behind.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 at 16T, tas leads (13.3 M), with ttas and cas within a few percent.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BronsonAVL absolute throughput is lower than StripedMap because traversal cost is real.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relative ordering between locks is broadly stable across the two machines.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libcds BronsonAVL, write heavy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Tree mutations create more lock acquisition per operation</a:t>
            </a:r>
          </a:p>
        </p:txBody>
      </p:sp>
      <p:pic>
        <p:nvPicPr>
          <p:cNvPr id="4" name="Picture 3" descr="avl_write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39384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On Graviton, cas takes the lead at 8T (8.6 M) with ttas and tas close behind.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On Xeon, ticket wins at 16T (3.4 M), with std::mutex unusually close.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Different best lock per architecture on this workload, which is exactly the cross arch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story we wanted to surface.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Best lock per (architecture, workload)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Top throughput at each architecture's maximum thread count in scope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197510">
                <a:tc>
                  <a:txBody>
                    <a:bodyPr/>
                    <a:lstStyle/>
                    <a:p>
                      <a:r>
                        <a:rPr sz="1100" b="1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Max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Best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Throughput (M ops per s)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32.3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33.9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31.0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39.7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39.0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43.9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22.5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Wormhole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occ-opt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35.0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32.8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42.2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21.0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32.0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18.4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26.0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6.9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StripedMap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13.6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9.8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11.0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8.6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13.9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13.3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uniform 90/5/5 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16.6</a:t>
                      </a:r>
                    </a:p>
                  </a:txBody>
                  <a:tcPr/>
                </a:tc>
              </a:tr>
              <a:tr h="19751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20/40/40 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ticket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3.4</a:t>
                      </a:r>
                    </a:p>
                  </a:txBody>
                  <a:tcPr/>
                </a:tc>
              </a:tr>
              <a:tr h="197520">
                <a:tc>
                  <a:txBody>
                    <a:bodyPr/>
                    <a:lstStyle/>
                    <a:p>
                      <a:r>
                        <a:rPr sz="1100" b="0"/>
                        <a:t>BronsonAVL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xeon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zipfian 80/10/10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/>
                        <a:t>15.2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63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1010"/>
                </a:solidFill>
              </a:rPr>
              <a:t>Quick observations from the table: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Graviton and Xeon do not always agree on the best lock for the same workload.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For Wormhole, occ-opt is the headline winner on read leaning workloads (and on uniform 80/10/10 on Graviton).</a:t>
            </a:r>
          </a:p>
          <a:p>
            <a:pPr algn="l"/>
            <a:r>
              <a:rPr sz="1200" b="0">
                <a:solidFill>
                  <a:srgbClr val="101010"/>
                </a:solidFill>
              </a:rPr>
              <a:t>   For StripedMap and BronsonAVL, tas and ttas dominate. cas and ticket appear more on Xeon than on Graviton.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Wormhole adaptation,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 drop in shim that lets us pick any of our locks at compile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</a:rPr>
              <a:t>Wormhole originally hard codes its own rwlock and spinlock. To compare lock primitives,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we replaced both types with a 128 byte storage shim, plus a small extern C dispatch layer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that placement news the chosen lockbench primitive at init time.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Files added: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third_party/wormhole/wh_lock_shim.h      (struct definitions, function decls)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third_party/wormhole/wh_lock_shim.cpp    (extern C bodies that dispatch to LockT)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Variants now built per CMake target: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default (upstream untouched), rw, tas, ttas, cas, occ, occ-opt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occ-opt is a special variant. The writer side uses the cas lock, but readers walk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the leaf without taking the lock at all. They snapshot a per leaf seqlock counter,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read the entries, then validate. On a mismatch they retry.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One bug worth flagging that took some debugging: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With the shim active, every Wormhole variant crashed on Xeon during the very first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prefill insert. The cause was a 32 byte aligned AVX2 load on leaf-&gt;ss. The shim made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the offset of ss inside wormleaf 16 misaligned. The fix was a single _Alignas(32) on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the hs array, which adds 8 bytes of padding and pulls ss to a 32 byte boundary.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A5F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   Add Apple Silicon back to the cross arch comparison, just for Wormhole.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M3 P core and E core split makes scaling numbers harder to interpret,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so the plan is to limit the comparison to the first 8 P cores only.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Get sudo access on the Xeon for one short controlled run.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With setup_cpu.sh (performance governor and turbo off) we can rerun a small slice and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confirm whether the Xeon variance we currently see is mostly DVFS noise or something deeper.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Add a per arch lock latency micro benchmark.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current numbers are throughput inside an index. A pure latency view of acquire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and release on each architecture would close the loop, by separating raw atomic cost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from contention behaviour.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Write up a short paper section on the cross architecture lock ranking story.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fact that ttas wins more often on Graviton while cas and ticket show up more on Xeon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is a nice concrete result to land in writing.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