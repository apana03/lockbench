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Index lock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How lock primitive choice changes throughput inside three concurrent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Cross architecture: AWS Graviton (ARM) and Intel Xeon (x86)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</a:rPr>
              <a:t>Andrei Pana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Research project review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What this project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</a:rPr>
              <a:t>The goal is to see how different lock primitives perform inside three concurrent indexes,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and whether the answer changes when you move from x86 (Intel Xeon) to ARM (AWS Graviton).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The three indexes used: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1. libcds StripedMap. Hash table with N stripes, one lock per stripe.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2. libcds BronsonAVL. Lock based AVL tree with one monitor lock per node.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3. Wormhole (Wu et al., FAST 2019). Hybrid trie plus hash plus linked list.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Lock primitives compared: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StripedMap and BronsonAVL: std::mutex, tas, ttas, cas, ticket.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Wormhole: default (upstream untouched), rw, tas, ttas, cas, occ, occ-opt.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The headline question: does the same lock win across architectures, or does it shift?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Cores 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Notes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AWS 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ARM Neoverse 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Hypervisor pinned vCPU clocks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Intel Xeon (diascld45)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x86_64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16 (out of 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Capped at 16T to stay on a single socket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83464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/>
                        <a:t>Workload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Reads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Inserts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Deletes 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hot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</a:rPr>
              <a:t>Each run is 3 seconds of measurement after 1 second of warmup.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Thread ladder is power of 2 up to the per machine cap (1, 2, 4, 8 on Graviton; 1, 2, 4, 8, 16 on Xeon).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Every plot in this deck shows Graviton in the left panel and Xeon in the right panel for the same workload.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Below each line plot we also show a sorted bar chart at the maximum thread point so the ranking is visible at a glance.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Thread pinning details, Graviton specifics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How --pin works in the harness, and what it actually does on a c6g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</a:rPr>
              <a:t>How --pin is implemented (Linux only, in include/primitives/util.hpp):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set_thread_affinity(thread_id) calls sched_setaffinity with a cpu_set_t containing only that one CPU.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Threads are numbered 0, 1, 2, ..., so thread N gets pinned to logical CPU 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Pinning is dense and sequential: a 4 thread run uses CPUs 0..3, an 8 thread run uses CPUs 0..7.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What that means on AWS Graviton specifically: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c6g instances run Neoverse N1 cores. Neoverse N1 does NOT support SMT, so one vCPU is one physical core.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The kernel sees CPUs 0..7 on a c6g.2xlarge, and those map 1 to 1 to physical Graviton cores.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AWS Nitro / Graviton does not migrate vCPUs across physical cores at runtime under steady load.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So sched_setaffinity to CPU N effectively pins to physical core N for the duration of the run.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Each pinned thread also gets a hypervisor managed clock that does not vary at runtime, which is one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reason fairness numbers on Graviton are very tight (around 0.98 across all benches).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Honest disclaimer about the data in this deck: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The harness has a --pin flag, but only the standalone cds_sweep.sh passes it. The two sweep scripts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used to produce these slides (wh_compare.sh and run_avl_compare.sh) do NOT pass --pin.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So the Wormhole, BronsonAVL, and StripedMap numbers in this deck are from UNPINNED runs.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Why this is fine for the comparison we are presenting: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We checked directly (StripedMap pinned vs unpinned on Graviton at 8T): avg fairness 0.984 vs 0.982.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Same on Xeon: 0.909 vs 0.908. Pinning has effectively no impact at the scale of this study.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On Graviton this is because the hypervisor placement is already stable. On Xeon it is because the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variance comes from DVFS, not from thread migration.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We will normalize this in the next iteration so all three sweeps pass --pin on Linux.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StripedMap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include/indexes/striped_map_index.hpp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Wraps cds::container::StripedMap from libcds.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Hash table with std::list buckets and a fixed array of N stripe locks.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lock primitive is the template parameter to cds::container::striped_set::striping&lt;Lock&gt;,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so we plug any lockbench primitive (tas_lock, ttas_lock, cas_lock, ticket_lock, std::mutex) at compile time.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We use 65536 stripes. Each operation hashes the key, picks the stripe, and acquires its lock.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Resize policy is load_factor_resizing&lt;4&gt;: when item count divided by buckets exceeds 4,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map takes ALL stripe locks (scoped_full_lock) and rehashes. We size the initial bucket array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large enough that we do not hit a resize during a benchmark run.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Why it matters: StripedMap is the simplest of the three indexes. There is no traversal,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each operation acquires exactly one lock, so it isolates the cost of a single lock acquire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plus the time to walk the per stripe std::list.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BronsonAVL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include/indexes/avl_tree_index.hpp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</a:rPr>
              <a:t>Wraps cds::container::BronsonAVLTreeMap from libcds. Bronson et al. published this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lock based AVL tree as a balanced concurrent ordered map with optimistic version validated reads.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Tree is balanced. Each node carries a monitor lock that we plug in via cds::sync::injecting_monitor&lt;Lock&gt;.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Reads use a sequence style version counter on each node. Writers take the lock, mutate, then bump the version.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Writes do hand over hand traversal down the tree, locking at most a small constant number of nodes at a time.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Memory reclamation is handled by URCU (cds::urcu::gc&lt;general_buffered&gt;). Worker threads attach to the URCU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manager on first call via a thread_local guard, then detach at thread exit.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Why it matters: the contention surface is much smaller than StripedMap. The hot lock is wherever the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tree is being mutated, which depends on the key access pattern. This is what makes the zipfian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workloads interesting: under a skewed distribution, a small set of nodes carries most writes.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1: vendoring and shim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include/indexes/wormhole_index.hpp; shim at third_party/wormhole/wh_lock_shim.{h,cpp}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Wormhole (Wu et al., FAST 2019) is a hybrid trie plus hash plus linked list ordered concurrent index.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It hard codes its own rwlock and spinlock as 4 byte opaque structs in lib.h. For our experiment we need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to swap them with any of our primitives at compile time.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Approach: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1. Vendor wormhole in tree at third_party/wormhole/. The only edits to upstream sources are short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   ifdef gated blocks. With WH_LOCK_SHIM unset, the build is upstream wormhole untouched.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2. Add wh_lock_shim.h, which redefines struct rwlock and struct spinlock as 128 byte storage arrays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   with extern C function declarations matching upstream signatures (rwlock_lock_read, rwlock_trylock_write_nr, etc.).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3. Add wh_lock_shim.cpp, a C++ TU that picks LockT via WH_LOCK_&lt;NAME&gt; macro, asserts size and alignment,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   and provides extern C bodies. Each function placement-news the LockT into the shim storage at init time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   and dispatches via small if constexpr templates so the non matching branches are elided.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Variants built per CMake target: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default (upstream rwlock, no shim), rw, tas, ttas, cas, occ, occ-opt.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occ-opt is special: writer side uses the cas lock, but readers walk the leaf without taking the lock at all.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They snapshot a per leaf seqlock counter, read the entries, then validate. On mismatch they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2: the alignment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Every shim variant SIGSEGV on Xeon during the very first prefill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</a:rPr>
              <a:t>Symptom: wh_test_rw, wh_test_cas, wh_test_tas, wh_test_ttas, wh_test_occ, wh_test_occ-opt all crashed in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wormleaf_insert_hs on Xeon. wh_test_default ran clean. The crash was invisible on Apple Silicon.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Root cause: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wormleaf_shift_inc and wormleaf_shift_dec use _mm256_load_si256 on leaf-&gt;ss (AVX2 aligned load).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Aligned loads need the source address to be a multiple of 32 bytes.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With upstream wormhole, leaflock + sortlock take 8 bytes total, so leaf-&gt;ss starts at offset 1088 (aligned).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With our shim, leaflock + sortlock take 256 bytes, pushing leaf-&gt;ss to offset 1336 (1336 mod 16 = 8).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Aligned SIMD load at a misaligned address gives SIGSEGV on x86. NEON tolerates misalignment, so Mac was fine.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Fix (one line):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_Alignas(32) struct entry13 hs[WH_KPN]; in struct wormleaf, gated on WH_LOCK_SHIM.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This adds 8 bytes of padding before hs[], pulls hs to offset 320 and ss to 1344, both 32 byte aligned.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Failed first attempt worth recording: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I tried shrinking the shim alignment from alignas(64) to alignas(8). That left ss[] still misaligned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and introduced UB whenever LockT had alignas(64) atomics inside (occ_lock, ticket_lock).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Mac wh-cas and wh-rw started hanging at 99 percent CPU in rwlock_trylock_write, even single threaded.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Reverted in the same change as the proper _Alignas(32)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3: bugs in the optimistic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Five separate things had to be fixed before wh-occ-opt was correct and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1. Uninitialized occ_seq.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slab_alloc_safe returns memory with stale bits. If a fresh leaf came in with an odd seq counter,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readers spun forever waiting for a writer that never existed. Fix: initialize occ_seq to 0 in wormleaf_alloc.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2. Missing seq bumps in writer fast paths.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wormhole_jump_leaf_write and wormhole_split_insert bypass the regular wormleaf_lock_write / unlock_write.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Without explicit bumps the seq would go odd and never come back to even, leaving the leaf in an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apparent "writer in progress" state forever. Fix: bump occ_seq on trylock_write_nr success in those paths.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3. Torn entry13 reads.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entry13 is an 8 byte packed struct (e1: u16 key prefix, e3: u48 compressed pointer).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Stock wormleaf_match_hs reads e1 and e3 as separate field accesses. Without the leaflock, a writer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could clear hs[i].v64 between the two reads. Reader sees e1 == pkey, then reads e3 == 0, derefs NULL,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SIGSEGV. The seqlock validate would catch it, but only after the segfault.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Fix: read entry13 as a single atomic v64 load, unpack e1 and e3 from the same snapshot.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4. kv use after free under optimistic reads.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kvmap_mm_dup frees old kvs immediately on update. An optimistic reader could hold a kv pointer that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gets freed mid-read. Fix: custom kvmap_mm with a no-op free for wh-occ-opt. kvs leak for the run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(~150 MB for a 3 second benchmark, acceptable for measurement). A production implementation would defer free via QSBR.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5. Allocator asymmetry inflated the wh-occ-opt win.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Locked variants paid roughly 10 to 30 ns per op for free(); the no-op free variant did not.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That artificially doubled occ-opt apparent advantage on write heavy zipfian. Fix: WH_FAIR_MM CMake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option that uses the same no-op free MM for ALL variants. Required for an apples to apples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Top: throughput vs threads. Bottom: ranking at the architecture's maximum threads.</a:t>
            </a:r>
          </a:p>
        </p:txBody>
      </p:sp>
      <p:pic>
        <p:nvPicPr>
          <p:cNvPr id="4" name="Picture 3" descr="wh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occ-opt finishes on top (32.3 M ops/s). tas and occ are right behind.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ttas wins narrowly (39.0 M) with occ-opt almost tied at 38.7 M.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wh-default (upstream wormhole rwlock) is in the middle of the pack on both machines.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read heavy workload (uniform 90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Where an optimistic reader is expected to win</a:t>
            </a:r>
          </a:p>
        </p:txBody>
      </p:sp>
      <p:pic>
        <p:nvPicPr>
          <p:cNvPr id="4" name="Picture 3" descr="wh_read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Xeon, occ-opt opens a clear gap (43.9 M, vs 40.6 M for ttas at 16T).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Graviton, tas, occ-opt and ttas finish within a couple of percent at 8T.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The optimistic reader is the design that benefits most from a high read percentage, especially on x86.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write heavy workload (zipfian 20 percent reads, 40 inserts, 40 deletes)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Hot key contention, where readers cannot escape conflict</a:t>
            </a:r>
          </a:p>
        </p:txBody>
      </p:sp>
      <p:pic>
        <p:nvPicPr>
          <p:cNvPr id="4" name="Picture 3" descr="wh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tas, ttas and cas pull ahead (around 30 M).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occ-opt is still on top (22.5 M) with rw and tas right next to it.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Even on the workload least favourable to the optimistic path, it does not collapse.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StripedMap,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Per stripe lock contention, no traversal</a:t>
            </a:r>
          </a:p>
        </p:txBody>
      </p:sp>
      <p:pic>
        <p:nvPicPr>
          <p:cNvPr id="4" name="Picture 3" descr="cds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ttas wins (32.8 M) with cas right behind (32.4 M).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tas takes the lead (18.4 M) with ttas second (16.1 M).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Different best lock per architecture even on the simplest workload.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StripedMap, hot key workload (zipfian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 few stripes carry most of the traffic</a:t>
            </a:r>
          </a:p>
        </p:txBody>
      </p:sp>
      <p:pic>
        <p:nvPicPr>
          <p:cNvPr id="4" name="Picture 3" descr="cds_zipf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tas leads (32.0 M), with std::mutex and cas tied just behind.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cas wins (13.6 M) with ticket and tas close together.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The drop from balanced to hot key on Xeon is large, which matches expectations.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BronsonAVL,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Per node monitor lock, much smaller contention surface than StripedMap</a:t>
            </a:r>
          </a:p>
        </p:txBody>
      </p:sp>
      <p:pic>
        <p:nvPicPr>
          <p:cNvPr id="4" name="Picture 3" descr="avl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cas and ttas finish in a dead heat at 9.8 M.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tas leads (13.3 M), with ttas and cas within a few percent.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BronsonAVL absolute throughput is lower than StripedMap because traversal cost is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BronsonAVL, write heavy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Tree mutations create more lock acquisition per operation</a:t>
            </a:r>
          </a:p>
        </p:txBody>
      </p:sp>
      <p:pic>
        <p:nvPicPr>
          <p:cNvPr id="4" name="Picture 3" descr="avl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576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   On Graviton at 8T, cas takes the lead (8.6 M) with ttas and tas close behind.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On Xeon at 16T, ticket wins (3.4 M), with std::mutex unusually close.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Different best lock per architecture is exactly the cross arch story we wanted to surface.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Best lock per architecture and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Top throughput at each architecture's maximum thread count in scope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97510">
                <a:tc>
                  <a:txBody>
                    <a:bodyPr/>
                    <a:lstStyle/>
                    <a:p>
                      <a:r>
                        <a:rPr sz="1100" b="1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Max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Best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Throughput (M ops per s)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32.3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39.7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39.0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22.5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35.0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32.8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42.2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18.4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26.0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9.8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13.3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3.4</a:t>
                      </a:r>
                    </a:p>
                  </a:txBody>
                  <a:tcPr/>
                </a:tc>
              </a:tr>
              <a:tr h="19752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</a:rPr>
              <a:t>Quick observations from the table: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Graviton and Xeon do not always agree on the best lock for the same workload.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For Wormhole, occ-opt is the headline winner on read leaning workloads (and on uniform 80/10/10 on Graviton).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For StripedMap and BronsonAVL, tas and ttas dominate. cas and ticket appear more on Xeon than on Graviton.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Next steps, part 1: an open question to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From supervisor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</a:rPr>
              <a:t>The question: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"Have you examined all synchronization related instructions in armv8 and x86 to make sure that the locks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we have been evaluating cover them all? One of the original questions we want to answer is what is the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perf difference between directly writing assemblies and using C++ atomics. And it seems that we have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been evaluating only the latter."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Honest answer: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Right. Every lock primitive we have evaluated so far (tas, ttas, cas, ticket, rw, occ) is built on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std::atomic. The compiler picks the underlying instruction. On Graviton with -march=native we should be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getting the ARMv8.1 LSE atomics (cas, casal, swp, ldadd) but we have not actually verified this with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objdump. On Xeon we get the lock prefixed instructions (lock cmpxchg, lock xchg, lock xadd).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Things our current set does NOT cover: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On ARM, WFE (Wait For Event) and SEV (Send Event). These let a spinning core enter a low power wait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that wakes when the cache line changes. The Linux kernel arm64 spinlock uses them. Our cpu_relax just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does YIELD which is a hint that is largely a NOP on Neoverse cores.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On ARM, hand picking barrier strength (DMB ISHLD vs DMB ISHST vs DMB ISH SY) instead of letting the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compiler map memory_order_release to whichever DMB it picks.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On x86, there is much less missing. PAUSE we already use. UMONITOR / UMWAIT exists on Tremont and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Tigerlake plus, but diascld45 (Haswell era) does not have it. TSX HLE and RTM are disabled in microcode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on most modern Xeons due to MDS / Spectre mitigations.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Next steps, part 2: concrete experiments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</a:rPr>
              <a:t>A. Verify what GCC actually emits for our locks (low effort, high information).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Run objdump -d on each wormhole-rt-&lt;lock&gt;.a on Graviton and Xeon. Check that: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   tas_lock and ttas_lock use casal (LSE) on Graviton, lock cmpxchg / lock xchg on Xeon.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   cas_lock uses cas (LSE) on Graviton.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If we are still seeing ldaxr / stlxr loops on Graviton, our -march flag is wrong and we are paying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the LL/SC penalty unnecessarily.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B. Add a WFE based spinlock primitive (most promising new direction for ARM).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New file: include/primitives/tas_lock_wfe.hpp and a matching cas_lock_wfe.hpp.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The acquire path: try the atomic, on failure use WFE to wait for any change to the cache line, then retry.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The release path: store, then SEV to wake any waiting cores. Reference: Linux arch/arm64 spinlock.h.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Plug into the Wormhole shim and compare against the YIELD based versions on Graviton.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Hypothesis: at high contention, WFE saves real power and may reduce coherence traffic;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at low contention it is a wash or slightly slower because of the extra SEV.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C. Hand assembly TAS and CAS to compare against std::atomic versions.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Write a tas_lock_asm and cas_lock_asm that use inline asm directly (LSE on ARM, lock prefix on x86).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Compare the throughput at every thread point. The expected delta is small if -march=native is doing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its job, but if there is a measurable gap that is itself an interesting finding for the writeup.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D. Smaller items still on the list.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Get sudo on Xeon for one controlled run with setup_cpu.sh, to separate DVFS noise from real lock behaviour.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Add Apple M3 back for the Wormhole comparison (P cores only, capped at 6T to stay homogeneous).</a:t>
            </a:r>
          </a:p>
          <a:p>
            <a:pPr algn="l"/>
            <a:r>
              <a:rPr sz="1100" b="0">
                <a:solidFill>
                  <a:srgbClr val="101010"/>
                </a:solidFill>
              </a:rPr>
              <a:t>   Write up the cross arch lock ranking finding (ttas wins more on Graviton, cas / ticket more on Xeon).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